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Bricolage Grotesque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L4mCNA/LfBubeslDu6oxpytav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3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16663" y="251689"/>
            <a:ext cx="1945414" cy="2089034"/>
          </a:xfrm>
          <a:custGeom>
            <a:avLst/>
            <a:gdLst/>
            <a:ahLst/>
            <a:cxnLst/>
            <a:rect l="l" t="t" r="r" b="b"/>
            <a:pathLst>
              <a:path w="1945414" h="2089034" extrusionOk="0">
                <a:moveTo>
                  <a:pt x="0" y="0"/>
                </a:moveTo>
                <a:lnTo>
                  <a:pt x="1945415" y="0"/>
                </a:lnTo>
                <a:lnTo>
                  <a:pt x="1945415" y="2089033"/>
                </a:lnTo>
                <a:lnTo>
                  <a:pt x="0" y="2089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689" r="-369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4698493" y="615723"/>
            <a:ext cx="2991131" cy="1360965"/>
          </a:xfrm>
          <a:custGeom>
            <a:avLst/>
            <a:gdLst/>
            <a:ahLst/>
            <a:cxnLst/>
            <a:rect l="l" t="t" r="r" b="b"/>
            <a:pathLst>
              <a:path w="2991131" h="1360965" extrusionOk="0">
                <a:moveTo>
                  <a:pt x="0" y="0"/>
                </a:moveTo>
                <a:lnTo>
                  <a:pt x="2991131" y="0"/>
                </a:lnTo>
                <a:lnTo>
                  <a:pt x="2991131" y="1360965"/>
                </a:lnTo>
                <a:lnTo>
                  <a:pt x="0" y="1360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4809360" y="463323"/>
            <a:ext cx="8181600" cy="29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0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Agentathon 202</a:t>
            </a:r>
            <a:r>
              <a:rPr lang="en-US" sz="79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6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809373" y="3326833"/>
            <a:ext cx="8238900" cy="12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23" b="0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--Track Selected--</a:t>
            </a:r>
            <a:endParaRPr sz="1300"/>
          </a:p>
        </p:txBody>
      </p:sp>
      <p:sp>
        <p:nvSpPr>
          <p:cNvPr id="88" name="Google Shape;88;p1"/>
          <p:cNvSpPr txBox="1"/>
          <p:nvPr/>
        </p:nvSpPr>
        <p:spPr>
          <a:xfrm>
            <a:off x="6547720" y="4873592"/>
            <a:ext cx="4762143" cy="9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99" b="0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--Team Name--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295102" y="6826011"/>
            <a:ext cx="156978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99" b="0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Leader name | Member 1 name | Member 2 name  | Member 3 name</a:t>
            </a:r>
            <a:endParaRPr sz="1300"/>
          </a:p>
        </p:txBody>
      </p:sp>
      <p:sp>
        <p:nvSpPr>
          <p:cNvPr id="90" name="Google Shape;90;p1"/>
          <p:cNvSpPr txBox="1"/>
          <p:nvPr/>
        </p:nvSpPr>
        <p:spPr>
          <a:xfrm>
            <a:off x="5587604" y="8141665"/>
            <a:ext cx="7112700" cy="17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61" b="0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--College Name</a:t>
            </a:r>
            <a:r>
              <a:rPr lang="en-US" sz="656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–</a:t>
            </a:r>
            <a:endParaRPr sz="6561" b="0" i="0" u="none" strike="noStrike" cap="none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0" marR="0" lvl="0" indent="0" algn="ctr" rtl="0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6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Note: Mention all college names of participants</a:t>
            </a:r>
            <a:endParaRPr sz="2461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2706560" y="293716"/>
            <a:ext cx="11892360" cy="12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--PROBLEM STATEMENT--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416663" y="251689"/>
            <a:ext cx="1691223" cy="1816077"/>
          </a:xfrm>
          <a:custGeom>
            <a:avLst/>
            <a:gdLst/>
            <a:ahLst/>
            <a:cxnLst/>
            <a:rect l="l" t="t" r="r" b="b"/>
            <a:pathLst>
              <a:path w="1691223" h="1816077" extrusionOk="0">
                <a:moveTo>
                  <a:pt x="0" y="0"/>
                </a:moveTo>
                <a:lnTo>
                  <a:pt x="1691224" y="0"/>
                </a:lnTo>
                <a:lnTo>
                  <a:pt x="1691224" y="1816077"/>
                </a:lnTo>
                <a:lnTo>
                  <a:pt x="0" y="18160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689" r="-3690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15197593" y="446116"/>
            <a:ext cx="2560807" cy="1165167"/>
          </a:xfrm>
          <a:custGeom>
            <a:avLst/>
            <a:gdLst/>
            <a:ahLst/>
            <a:cxnLst/>
            <a:rect l="l" t="t" r="r" b="b"/>
            <a:pathLst>
              <a:path w="2560807" h="1165167" extrusionOk="0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2667237" y="293716"/>
            <a:ext cx="11971005" cy="12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--EXISTING SOLUTIONS--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16663" y="251689"/>
            <a:ext cx="1691223" cy="1816077"/>
          </a:xfrm>
          <a:custGeom>
            <a:avLst/>
            <a:gdLst/>
            <a:ahLst/>
            <a:cxnLst/>
            <a:rect l="l" t="t" r="r" b="b"/>
            <a:pathLst>
              <a:path w="1691223" h="1816077" extrusionOk="0">
                <a:moveTo>
                  <a:pt x="0" y="0"/>
                </a:moveTo>
                <a:lnTo>
                  <a:pt x="1691224" y="0"/>
                </a:lnTo>
                <a:lnTo>
                  <a:pt x="1691224" y="1816077"/>
                </a:lnTo>
                <a:lnTo>
                  <a:pt x="0" y="18160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689" r="-369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15197593" y="446116"/>
            <a:ext cx="2560807" cy="1165167"/>
          </a:xfrm>
          <a:custGeom>
            <a:avLst/>
            <a:gdLst/>
            <a:ahLst/>
            <a:cxnLst/>
            <a:rect l="l" t="t" r="r" b="b"/>
            <a:pathLst>
              <a:path w="2560807" h="1165167" extrusionOk="0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/>
        </p:nvSpPr>
        <p:spPr>
          <a:xfrm>
            <a:off x="4622064" y="435833"/>
            <a:ext cx="10127324" cy="12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--OUR APPROACH--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16663" y="251689"/>
            <a:ext cx="1691223" cy="1816077"/>
          </a:xfrm>
          <a:custGeom>
            <a:avLst/>
            <a:gdLst/>
            <a:ahLst/>
            <a:cxnLst/>
            <a:rect l="l" t="t" r="r" b="b"/>
            <a:pathLst>
              <a:path w="1691223" h="1816077" extrusionOk="0">
                <a:moveTo>
                  <a:pt x="0" y="0"/>
                </a:moveTo>
                <a:lnTo>
                  <a:pt x="1691224" y="0"/>
                </a:lnTo>
                <a:lnTo>
                  <a:pt x="1691224" y="1816077"/>
                </a:lnTo>
                <a:lnTo>
                  <a:pt x="0" y="18160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689" r="-3690"/>
            </a:stretch>
          </a:blipFill>
          <a:ln>
            <a:noFill/>
          </a:ln>
        </p:spPr>
      </p:sp>
      <p:sp>
        <p:nvSpPr>
          <p:cNvPr id="111" name="Google Shape;111;p4"/>
          <p:cNvSpPr/>
          <p:nvPr/>
        </p:nvSpPr>
        <p:spPr>
          <a:xfrm>
            <a:off x="15197593" y="446116"/>
            <a:ext cx="2560807" cy="1165167"/>
          </a:xfrm>
          <a:custGeom>
            <a:avLst/>
            <a:gdLst/>
            <a:ahLst/>
            <a:cxnLst/>
            <a:rect l="l" t="t" r="r" b="b"/>
            <a:pathLst>
              <a:path w="2560807" h="1165167" extrusionOk="0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4"/>
          <p:cNvSpPr txBox="1"/>
          <p:nvPr/>
        </p:nvSpPr>
        <p:spPr>
          <a:xfrm>
            <a:off x="792175" y="4014588"/>
            <a:ext cx="16703650" cy="2734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endParaRPr/>
          </a:p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  <a:sym typeface="Arial"/>
              </a:rPr>
              <a:t>Extra points will be awarded on using an MCP server</a:t>
            </a:r>
            <a:endParaRPr/>
          </a:p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  <a:sym typeface="Arial"/>
              </a:rPr>
              <a:t>Mention the MCP server being used clearly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/>
        </p:nvSpPr>
        <p:spPr>
          <a:xfrm>
            <a:off x="4622064" y="435833"/>
            <a:ext cx="10162274" cy="12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--OUR APPROACH--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16663" y="251689"/>
            <a:ext cx="1691223" cy="1816077"/>
          </a:xfrm>
          <a:custGeom>
            <a:avLst/>
            <a:gdLst/>
            <a:ahLst/>
            <a:cxnLst/>
            <a:rect l="l" t="t" r="r" b="b"/>
            <a:pathLst>
              <a:path w="1691223" h="1816077" extrusionOk="0">
                <a:moveTo>
                  <a:pt x="0" y="0"/>
                </a:moveTo>
                <a:lnTo>
                  <a:pt x="1691224" y="0"/>
                </a:lnTo>
                <a:lnTo>
                  <a:pt x="1691224" y="1816077"/>
                </a:lnTo>
                <a:lnTo>
                  <a:pt x="0" y="18160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689" r="-3690"/>
            </a:stretch>
          </a:blipFill>
          <a:ln>
            <a:noFill/>
          </a:ln>
        </p:spPr>
      </p:sp>
      <p:sp>
        <p:nvSpPr>
          <p:cNvPr id="119" name="Google Shape;119;p5"/>
          <p:cNvSpPr/>
          <p:nvPr/>
        </p:nvSpPr>
        <p:spPr>
          <a:xfrm>
            <a:off x="15197593" y="446116"/>
            <a:ext cx="2560807" cy="1165167"/>
          </a:xfrm>
          <a:custGeom>
            <a:avLst/>
            <a:gdLst/>
            <a:ahLst/>
            <a:cxnLst/>
            <a:rect l="l" t="t" r="r" b="b"/>
            <a:pathLst>
              <a:path w="2560807" h="1165167" extrusionOk="0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0" name="Google Shape;120;p5"/>
          <p:cNvSpPr txBox="1"/>
          <p:nvPr/>
        </p:nvSpPr>
        <p:spPr>
          <a:xfrm>
            <a:off x="2798415" y="4652327"/>
            <a:ext cx="12691170" cy="2734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endParaRPr/>
          </a:p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  <a:sym typeface="Arial"/>
              </a:rPr>
              <a:t>Use this slide for detailed expalnation</a:t>
            </a:r>
            <a:endParaRPr/>
          </a:p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  <a:sym typeface="Arial"/>
              </a:rPr>
              <a:t>wireframes or mock diagrams preffered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/>
        </p:nvSpPr>
        <p:spPr>
          <a:xfrm>
            <a:off x="1028700" y="282627"/>
            <a:ext cx="15770473" cy="12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--DATA FLOW DIAGRAM--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183088" y="120661"/>
            <a:ext cx="1691223" cy="1816077"/>
          </a:xfrm>
          <a:custGeom>
            <a:avLst/>
            <a:gdLst/>
            <a:ahLst/>
            <a:cxnLst/>
            <a:rect l="l" t="t" r="r" b="b"/>
            <a:pathLst>
              <a:path w="1691223" h="1816077" extrusionOk="0">
                <a:moveTo>
                  <a:pt x="0" y="0"/>
                </a:moveTo>
                <a:lnTo>
                  <a:pt x="1691224" y="0"/>
                </a:lnTo>
                <a:lnTo>
                  <a:pt x="1691224" y="1816078"/>
                </a:lnTo>
                <a:lnTo>
                  <a:pt x="0" y="1816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689" r="-3690"/>
            </a:stretch>
          </a:blipFill>
          <a:ln>
            <a:noFill/>
          </a:ln>
        </p:spPr>
      </p:sp>
      <p:sp>
        <p:nvSpPr>
          <p:cNvPr id="127" name="Google Shape;127;p6"/>
          <p:cNvSpPr/>
          <p:nvPr/>
        </p:nvSpPr>
        <p:spPr>
          <a:xfrm>
            <a:off x="15337394" y="435027"/>
            <a:ext cx="2560807" cy="1165167"/>
          </a:xfrm>
          <a:custGeom>
            <a:avLst/>
            <a:gdLst/>
            <a:ahLst/>
            <a:cxnLst/>
            <a:rect l="l" t="t" r="r" b="b"/>
            <a:pathLst>
              <a:path w="2560807" h="1165167" extrusionOk="0">
                <a:moveTo>
                  <a:pt x="0" y="0"/>
                </a:moveTo>
                <a:lnTo>
                  <a:pt x="2560807" y="0"/>
                </a:lnTo>
                <a:lnTo>
                  <a:pt x="2560807" y="1165167"/>
                </a:lnTo>
                <a:lnTo>
                  <a:pt x="0" y="11651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/>
        </p:nvSpPr>
        <p:spPr>
          <a:xfrm>
            <a:off x="5299092" y="304806"/>
            <a:ext cx="7446581" cy="12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--TECH STACK--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83088" y="120661"/>
            <a:ext cx="1691223" cy="1816077"/>
          </a:xfrm>
          <a:custGeom>
            <a:avLst/>
            <a:gdLst/>
            <a:ahLst/>
            <a:cxnLst/>
            <a:rect l="l" t="t" r="r" b="b"/>
            <a:pathLst>
              <a:path w="1691223" h="1816077" extrusionOk="0">
                <a:moveTo>
                  <a:pt x="0" y="0"/>
                </a:moveTo>
                <a:lnTo>
                  <a:pt x="1691224" y="0"/>
                </a:lnTo>
                <a:lnTo>
                  <a:pt x="1691224" y="1816078"/>
                </a:lnTo>
                <a:lnTo>
                  <a:pt x="0" y="1816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689" r="-3690"/>
            </a:stretch>
          </a:blipFill>
          <a:ln>
            <a:noFill/>
          </a:ln>
        </p:spPr>
      </p:sp>
      <p:sp>
        <p:nvSpPr>
          <p:cNvPr id="134" name="Google Shape;134;p7"/>
          <p:cNvSpPr/>
          <p:nvPr/>
        </p:nvSpPr>
        <p:spPr>
          <a:xfrm>
            <a:off x="15509206" y="435027"/>
            <a:ext cx="2560807" cy="1165167"/>
          </a:xfrm>
          <a:custGeom>
            <a:avLst/>
            <a:gdLst/>
            <a:ahLst/>
            <a:cxnLst/>
            <a:rect l="l" t="t" r="r" b="b"/>
            <a:pathLst>
              <a:path w="2560807" h="1165167" extrusionOk="0">
                <a:moveTo>
                  <a:pt x="0" y="0"/>
                </a:moveTo>
                <a:lnTo>
                  <a:pt x="2560807" y="0"/>
                </a:lnTo>
                <a:lnTo>
                  <a:pt x="2560807" y="1165167"/>
                </a:lnTo>
                <a:lnTo>
                  <a:pt x="0" y="11651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/>
        </p:nvSpPr>
        <p:spPr>
          <a:xfrm>
            <a:off x="5314179" y="85794"/>
            <a:ext cx="7100441" cy="12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--FEASIBILITY--</a:t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183088" y="120661"/>
            <a:ext cx="1691223" cy="1816077"/>
          </a:xfrm>
          <a:custGeom>
            <a:avLst/>
            <a:gdLst/>
            <a:ahLst/>
            <a:cxnLst/>
            <a:rect l="l" t="t" r="r" b="b"/>
            <a:pathLst>
              <a:path w="1691223" h="1816077" extrusionOk="0">
                <a:moveTo>
                  <a:pt x="0" y="0"/>
                </a:moveTo>
                <a:lnTo>
                  <a:pt x="1691224" y="0"/>
                </a:lnTo>
                <a:lnTo>
                  <a:pt x="1691224" y="1816078"/>
                </a:lnTo>
                <a:lnTo>
                  <a:pt x="0" y="1816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689" r="-3690"/>
            </a:stretch>
          </a:blipFill>
          <a:ln>
            <a:noFill/>
          </a:ln>
        </p:spPr>
      </p:sp>
      <p:sp>
        <p:nvSpPr>
          <p:cNvPr id="141" name="Google Shape;141;p8"/>
          <p:cNvSpPr/>
          <p:nvPr/>
        </p:nvSpPr>
        <p:spPr>
          <a:xfrm>
            <a:off x="15337394" y="238194"/>
            <a:ext cx="2560807" cy="1165167"/>
          </a:xfrm>
          <a:custGeom>
            <a:avLst/>
            <a:gdLst/>
            <a:ahLst/>
            <a:cxnLst/>
            <a:rect l="l" t="t" r="r" b="b"/>
            <a:pathLst>
              <a:path w="2560807" h="1165167" extrusionOk="0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/>
        </p:nvSpPr>
        <p:spPr>
          <a:xfrm>
            <a:off x="2797108" y="322291"/>
            <a:ext cx="12000086" cy="111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AND REFERENCES</a:t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183088" y="120661"/>
            <a:ext cx="1691223" cy="1816077"/>
          </a:xfrm>
          <a:custGeom>
            <a:avLst/>
            <a:gdLst/>
            <a:ahLst/>
            <a:cxnLst/>
            <a:rect l="l" t="t" r="r" b="b"/>
            <a:pathLst>
              <a:path w="1691223" h="1816077" extrusionOk="0">
                <a:moveTo>
                  <a:pt x="0" y="0"/>
                </a:moveTo>
                <a:lnTo>
                  <a:pt x="1691224" y="0"/>
                </a:lnTo>
                <a:lnTo>
                  <a:pt x="1691224" y="1816078"/>
                </a:lnTo>
                <a:lnTo>
                  <a:pt x="0" y="1816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689" r="-3690"/>
            </a:stretch>
          </a:blipFill>
          <a:ln>
            <a:noFill/>
          </a:ln>
        </p:spPr>
      </p:sp>
      <p:sp>
        <p:nvSpPr>
          <p:cNvPr id="148" name="Google Shape;148;p9"/>
          <p:cNvSpPr/>
          <p:nvPr/>
        </p:nvSpPr>
        <p:spPr>
          <a:xfrm>
            <a:off x="15414985" y="446116"/>
            <a:ext cx="2560807" cy="1165167"/>
          </a:xfrm>
          <a:custGeom>
            <a:avLst/>
            <a:gdLst/>
            <a:ahLst/>
            <a:cxnLst/>
            <a:rect l="l" t="t" r="r" b="b"/>
            <a:pathLst>
              <a:path w="2560807" h="1165167" extrusionOk="0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/>
        </p:nvSpPr>
        <p:spPr>
          <a:xfrm>
            <a:off x="4790936" y="85794"/>
            <a:ext cx="8146926" cy="12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--BUFFER SLIDE--</a:t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183088" y="120661"/>
            <a:ext cx="1691223" cy="1816077"/>
          </a:xfrm>
          <a:custGeom>
            <a:avLst/>
            <a:gdLst/>
            <a:ahLst/>
            <a:cxnLst/>
            <a:rect l="l" t="t" r="r" b="b"/>
            <a:pathLst>
              <a:path w="1691223" h="1816077" extrusionOk="0">
                <a:moveTo>
                  <a:pt x="0" y="0"/>
                </a:moveTo>
                <a:lnTo>
                  <a:pt x="1691224" y="0"/>
                </a:lnTo>
                <a:lnTo>
                  <a:pt x="1691224" y="1816078"/>
                </a:lnTo>
                <a:lnTo>
                  <a:pt x="0" y="1816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689" r="-3690"/>
            </a:stretch>
          </a:blipFill>
          <a:ln>
            <a:noFill/>
          </a:ln>
        </p:spPr>
      </p:sp>
      <p:sp>
        <p:nvSpPr>
          <p:cNvPr id="155" name="Google Shape;155;p10"/>
          <p:cNvSpPr/>
          <p:nvPr/>
        </p:nvSpPr>
        <p:spPr>
          <a:xfrm>
            <a:off x="15337394" y="238194"/>
            <a:ext cx="2560807" cy="1165167"/>
          </a:xfrm>
          <a:custGeom>
            <a:avLst/>
            <a:gdLst/>
            <a:ahLst/>
            <a:cxnLst/>
            <a:rect l="l" t="t" r="r" b="b"/>
            <a:pathLst>
              <a:path w="2560807" h="1165167" extrusionOk="0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6" name="Google Shape;156;p10"/>
          <p:cNvSpPr txBox="1"/>
          <p:nvPr/>
        </p:nvSpPr>
        <p:spPr>
          <a:xfrm>
            <a:off x="3508586" y="4652327"/>
            <a:ext cx="11270828" cy="887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  <a:sym typeface="Arial"/>
              </a:rPr>
              <a:t>Use this anywhere in the slide deck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/>
        </p:nvSpPr>
        <p:spPr>
          <a:xfrm>
            <a:off x="4790936" y="85794"/>
            <a:ext cx="8146926" cy="129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--BUFFER SLIDE--</a:t>
            </a:r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183088" y="120661"/>
            <a:ext cx="1691223" cy="1816077"/>
          </a:xfrm>
          <a:custGeom>
            <a:avLst/>
            <a:gdLst/>
            <a:ahLst/>
            <a:cxnLst/>
            <a:rect l="l" t="t" r="r" b="b"/>
            <a:pathLst>
              <a:path w="1691223" h="1816077" extrusionOk="0">
                <a:moveTo>
                  <a:pt x="0" y="0"/>
                </a:moveTo>
                <a:lnTo>
                  <a:pt x="1691224" y="0"/>
                </a:lnTo>
                <a:lnTo>
                  <a:pt x="1691224" y="1816078"/>
                </a:lnTo>
                <a:lnTo>
                  <a:pt x="0" y="1816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689" r="-3690"/>
            </a:stretch>
          </a:blipFill>
          <a:ln>
            <a:noFill/>
          </a:ln>
        </p:spPr>
      </p:sp>
      <p:sp>
        <p:nvSpPr>
          <p:cNvPr id="163" name="Google Shape;163;p11"/>
          <p:cNvSpPr/>
          <p:nvPr/>
        </p:nvSpPr>
        <p:spPr>
          <a:xfrm>
            <a:off x="15337394" y="238194"/>
            <a:ext cx="2560807" cy="1165167"/>
          </a:xfrm>
          <a:custGeom>
            <a:avLst/>
            <a:gdLst/>
            <a:ahLst/>
            <a:cxnLst/>
            <a:rect l="l" t="t" r="r" b="b"/>
            <a:pathLst>
              <a:path w="2560807" h="1165167" extrusionOk="0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4" name="Google Shape;164;p11"/>
          <p:cNvSpPr txBox="1"/>
          <p:nvPr/>
        </p:nvSpPr>
        <p:spPr>
          <a:xfrm>
            <a:off x="3508586" y="4652327"/>
            <a:ext cx="11270828" cy="887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  <a:sym typeface="Arial"/>
              </a:rPr>
              <a:t>Use this anywhere in the slide deck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/>
        </p:nvSpPr>
        <p:spPr>
          <a:xfrm>
            <a:off x="5957292" y="3810011"/>
            <a:ext cx="6373416" cy="1708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170" name="Google Shape;170;p12"/>
          <p:cNvSpPr/>
          <p:nvPr/>
        </p:nvSpPr>
        <p:spPr>
          <a:xfrm>
            <a:off x="183088" y="120661"/>
            <a:ext cx="1691223" cy="1816077"/>
          </a:xfrm>
          <a:custGeom>
            <a:avLst/>
            <a:gdLst/>
            <a:ahLst/>
            <a:cxnLst/>
            <a:rect l="l" t="t" r="r" b="b"/>
            <a:pathLst>
              <a:path w="1691223" h="1816077" extrusionOk="0">
                <a:moveTo>
                  <a:pt x="0" y="0"/>
                </a:moveTo>
                <a:lnTo>
                  <a:pt x="1691224" y="0"/>
                </a:lnTo>
                <a:lnTo>
                  <a:pt x="1691224" y="1816078"/>
                </a:lnTo>
                <a:lnTo>
                  <a:pt x="0" y="1816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689" r="-3690"/>
            </a:stretch>
          </a:blipFill>
          <a:ln>
            <a:noFill/>
          </a:ln>
        </p:spPr>
      </p:sp>
      <p:sp>
        <p:nvSpPr>
          <p:cNvPr id="171" name="Google Shape;171;p12"/>
          <p:cNvSpPr/>
          <p:nvPr/>
        </p:nvSpPr>
        <p:spPr>
          <a:xfrm>
            <a:off x="15337394" y="238194"/>
            <a:ext cx="2560807" cy="1165167"/>
          </a:xfrm>
          <a:custGeom>
            <a:avLst/>
            <a:gdLst/>
            <a:ahLst/>
            <a:cxnLst/>
            <a:rect l="l" t="t" r="r" b="b"/>
            <a:pathLst>
              <a:path w="2560807" h="1165167" extrusionOk="0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2" name="Google Shape;172;p12"/>
          <p:cNvSpPr txBox="1"/>
          <p:nvPr/>
        </p:nvSpPr>
        <p:spPr>
          <a:xfrm>
            <a:off x="4809360" y="463323"/>
            <a:ext cx="8181737" cy="344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0" i="0" u="none" strike="noStrike" cap="none" dirty="0" err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Agentathon</a:t>
            </a:r>
            <a:r>
              <a:rPr lang="en-US" sz="7999" b="0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Custom</PresentationFormat>
  <Paragraphs>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Arial</vt:lpstr>
      <vt:lpstr>Bricolage Grotesque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Akshat Tripathi</cp:lastModifiedBy>
  <cp:revision>1</cp:revision>
  <dcterms:created xsi:type="dcterms:W3CDTF">2006-08-16T00:00:00Z</dcterms:created>
  <dcterms:modified xsi:type="dcterms:W3CDTF">2026-01-24T08:38:19Z</dcterms:modified>
</cp:coreProperties>
</file>